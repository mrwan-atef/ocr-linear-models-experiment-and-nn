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8" r:id="rId4"/>
    <p:sldId id="269" r:id="rId5"/>
    <p:sldId id="270" r:id="rId6"/>
    <p:sldId id="271" r:id="rId7"/>
    <p:sldId id="272" r:id="rId8"/>
    <p:sldId id="279" r:id="rId9"/>
    <p:sldId id="267" r:id="rId10"/>
    <p:sldId id="266" r:id="rId11"/>
    <p:sldId id="265" r:id="rId12"/>
    <p:sldId id="273" r:id="rId13"/>
    <p:sldId id="274" r:id="rId14"/>
    <p:sldId id="280" r:id="rId15"/>
    <p:sldId id="275" r:id="rId16"/>
    <p:sldId id="277" r:id="rId17"/>
    <p:sldId id="278" r:id="rId18"/>
    <p:sldId id="258" r:id="rId19"/>
    <p:sldId id="259" r:id="rId20"/>
    <p:sldId id="260" r:id="rId21"/>
    <p:sldId id="261" r:id="rId22"/>
    <p:sldId id="26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Digit classification on DIDA (10k) — Model comparison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Results, bias–variance tradeoff, and computational cost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Goal: evaluate models for digit recognition (0–9)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Compare accuracy, bias/variance, and compute cost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Use unified preprocessing (resize → grayscale → flatten → standardize)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Data &amp; Preprocessing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DIDA 10k (RGB, variable sizes) → resized to 28×28 → grayscale → flattened (784 features)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Standardized features (zero mean, unit variance)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Stratified train/val/test + k-fold CV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0575" y="2876550"/>
            <a:ext cx="7562850" cy="18288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719705" y="569595"/>
            <a:ext cx="46323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/>
              <a:t>Sample Data</a:t>
            </a:r>
            <a:endParaRPr lang="en-US"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Methods Overview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Models: Direct Linear Regression, Linear (OVA), Logistic (SGD), GaussianNB, MLP (ReLU)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Metrics: Accuracy / Precision / Recall / F1 / Train time / CV mean &amp; std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Direct Linear Regression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Test acc: 13.5% — unusable for classification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Very high bias, low variance, fast train time (~6 s)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730" y="589915"/>
            <a:ext cx="5082540" cy="5678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Linear Regression (OVA)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Train: 74.7% — Test: 72.85% (CV test ≈ 72.5% ± 0.77%)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Precision/F1 ≈ 73% — training time ~129 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Strength: simple, interpretable; Limitation: linear boundaries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1465" y="949325"/>
            <a:ext cx="4375150" cy="48018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5" y="949325"/>
            <a:ext cx="3977640" cy="4715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Logistic Regression (SGD)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Train: 80.8% — Test: 75.9% (CV test ≈ 75.1% ± 1.09%)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Macro F1 ≈ 75.8% — train time ~104 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Discriminative (cross-entropy), better than OVA linear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7020" y="1038860"/>
            <a:ext cx="4375150" cy="48018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325" y="1038860"/>
            <a:ext cx="4287520" cy="4883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Gaussian Naive Bayes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Train: 53.05% — Test: 51.4% (CV test ≈ 51.2% ± 0.74%)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Very fast (~4.5 s) but low accuracy — independence assumption broken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45" y="1168400"/>
            <a:ext cx="4250055" cy="4664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110" y="997585"/>
            <a:ext cx="3496945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MLP (ReLU)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Best test accuracy: 89.1% (train 98.74%) — CV test ~87.2% ± 1.2%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Train time ≈ 1881 s — low bias, moderate variance (train–test gap ≈ 9–10%)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Configuration: ReLU, hidden=(512,256), SGD, lr_init=0.01, alpha=0.2, early stopping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5285" y="1096645"/>
            <a:ext cx="4056380" cy="44526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355" y="1195705"/>
            <a:ext cx="3601720" cy="44665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Comparative Charts &amp; Bias–Variance</a:t>
            </a:r>
            <a:br>
              <a:rPr lang="en-US" altLang="en-US"/>
            </a:br>
            <a:r>
              <a:rPr lang="en-US" altLang="en-US"/>
              <a:t>	MLP(ReLU)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" y="2533650"/>
            <a:ext cx="4629150" cy="3000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0" y="2357120"/>
            <a:ext cx="4123055" cy="3309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Results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3996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Comparison</a:t>
            </a:r>
          </a:p>
        </p:txBody>
      </p:sp>
      <p:pic>
        <p:nvPicPr>
          <p:cNvPr id="3" name="Picture 2" descr="accuracy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Time </a:t>
            </a:r>
          </a:p>
        </p:txBody>
      </p:sp>
      <p:pic>
        <p:nvPicPr>
          <p:cNvPr id="3" name="Picture 2" descr="train_time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vs Variance</a:t>
            </a:r>
          </a:p>
        </p:txBody>
      </p:sp>
      <p:pic>
        <p:nvPicPr>
          <p:cNvPr id="3" name="Picture 2" descr="bias_variance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495" y="274955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conclusions</a:t>
            </a:r>
          </a:p>
          <a:p>
            <a:pPr lvl="1"/>
            <a:r>
              <a:t>MLP (ReLU) achieves the best accuracy (≈89.1%) but is computationally expensive.</a:t>
            </a:r>
          </a:p>
          <a:p>
            <a:pPr lvl="1"/>
            <a:r>
              <a:t>Logistic regression offers a good balance of performance and cost.</a:t>
            </a:r>
          </a:p>
          <a:p>
            <a:pPr lvl="1"/>
            <a:r>
              <a:t>GaussianNB is fast but underperforms due to violated independence assumptions.</a:t>
            </a:r>
          </a:p>
          <a:p>
            <a:pPr lvl="1"/>
            <a:r>
              <a:t>Direct linear regression is unsuitable; OVA improves it but remains limited.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1945</Words>
  <Application>WPS Presentation</Application>
  <PresentationFormat>On-screen Show (4:3)</PresentationFormat>
  <Paragraphs>83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Digit classification on DIDA (10k) — Model comparison </vt:lpstr>
      <vt:lpstr>Objectives</vt:lpstr>
      <vt:lpstr>Data &amp; Preprocessing</vt:lpstr>
      <vt:lpstr>PowerPoint 演示文稿</vt:lpstr>
      <vt:lpstr>Methods Overview</vt:lpstr>
      <vt:lpstr>Direct Linear Regression</vt:lpstr>
      <vt:lpstr>PowerPoint 演示文稿</vt:lpstr>
      <vt:lpstr>Linear Regression (OVA)</vt:lpstr>
      <vt:lpstr>PowerPoint 演示文稿</vt:lpstr>
      <vt:lpstr>Logistic Regression (SGD)</vt:lpstr>
      <vt:lpstr>PowerPoint 演示文稿</vt:lpstr>
      <vt:lpstr>Gaussian Naive Bayes</vt:lpstr>
      <vt:lpstr>PowerPoint 演示文稿</vt:lpstr>
      <vt:lpstr>MLP (ReLU)</vt:lpstr>
      <vt:lpstr>PowerPoint 演示文稿</vt:lpstr>
      <vt:lpstr>Comparative Charts &amp; Bias–Variance 	MLP(ReLU)</vt:lpstr>
      <vt:lpstr>Summary of Results</vt:lpstr>
      <vt:lpstr>Accuracy Comparison</vt:lpstr>
      <vt:lpstr>Training Time </vt:lpstr>
      <vt:lpstr>Bias vs Variance</vt:lpstr>
      <vt:lpstr>Key Takeaways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Marwan Atef Mohamed Ali</cp:lastModifiedBy>
  <cp:revision>5</cp:revision>
  <dcterms:created xsi:type="dcterms:W3CDTF">2013-01-27T09:14:00Z</dcterms:created>
  <dcterms:modified xsi:type="dcterms:W3CDTF">2026-01-12T13:15:57Z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650DC6C39BF24254AA4F140CBD168EEF_12</vt:lpwstr>
  </property>
  <property fmtid="{D5CDD505-2E9C-101B-9397-08002B2CF9AE}" pid="3" name="KSOProductBuildVer">
    <vt:lpwstr>1033-12.2.0.23196</vt:lpwstr>
  </property>
</Properties>
</file>